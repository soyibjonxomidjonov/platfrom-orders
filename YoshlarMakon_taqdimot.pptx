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00948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multi_panel_ui_ux_concept_image_for_a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18872"/>
            <a:ext cx="6583680" cy="6309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" y="0"/>
            <a:ext cx="5385816" cy="6858000"/>
          </a:xfrm>
          <a:prstGeom prst="rect">
            <a:avLst/>
          </a:prstGeom>
          <a:solidFill>
            <a:srgbClr val="0C1329"/>
          </a:solidFill>
          <a:ln w="12700">
            <a:solidFill>
              <a:srgbClr val="0C1329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4" name="Shape 1"/>
          <p:cNvSpPr/>
          <p:nvPr/>
        </p:nvSpPr>
        <p:spPr>
          <a:xfrm>
            <a:off x="5577840" y="0"/>
            <a:ext cx="54864" cy="6858000"/>
          </a:xfrm>
          <a:prstGeom prst="rect">
            <a:avLst/>
          </a:prstGeom>
          <a:solidFill>
            <a:srgbClr val="0C1329">
              <a:alpha val="72000"/>
            </a:srgbClr>
          </a:solidFill>
          <a:ln w="12700">
            <a:solidFill>
              <a:srgbClr val="0C1329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3504" y="740664"/>
            <a:ext cx="4069080" cy="365760"/>
          </a:xfrm>
          <a:prstGeom prst="roundRect">
            <a:avLst>
              <a:gd name="adj" fmla="val 45000"/>
            </a:avLst>
          </a:prstGeom>
          <a:solidFill>
            <a:srgbClr val="29235E"/>
          </a:solidFill>
          <a:ln w="12700">
            <a:solidFill>
              <a:srgbClr val="29235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786384"/>
            <a:ext cx="3813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CEC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 UCHUN RAQAMLI IMKONIYATLAR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85216" y="1581912"/>
            <a:ext cx="53949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4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4300" dirty="0"/>
          </a:p>
        </p:txBody>
      </p:sp>
      <p:sp>
        <p:nvSpPr>
          <p:cNvPr id="8" name="Text 5"/>
          <p:cNvSpPr/>
          <p:nvPr/>
        </p:nvSpPr>
        <p:spPr>
          <a:xfrm>
            <a:off x="612648" y="2359152"/>
            <a:ext cx="4992624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B6A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buyurtmalardan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B6A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katta imkoniyatlar!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612648" y="4133088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CBD1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 va tadbirkorlarni kichik ishlar orqali bog‘laydigan interaktiv platforma.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30936" y="61081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929C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Loyiha taqdimoti  • 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Muammo: imkoniyat va ijrochi orasidagi masofa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 kichik ishlarni topishda, tadbirkorlar esa mos ijrochiga chiqishda qiynalishi mumkin.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523744"/>
            <a:ext cx="3502152" cy="2971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8" name="Shape 6"/>
          <p:cNvSpPr/>
          <p:nvPr/>
        </p:nvSpPr>
        <p:spPr>
          <a:xfrm>
            <a:off x="786384" y="2706624"/>
            <a:ext cx="5303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7523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3101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Tarqoq e’lonlar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3785616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turli kanallarda tarqalgan; ularni bitta joyda ko‘rish qiyin.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2544" y="2523744"/>
            <a:ext cx="3502152" cy="2971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706624"/>
            <a:ext cx="5303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7523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3101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Boshlashdagi to‘siq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785616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Tajribasi kam yoshlar birinchi amaliy vazifani topishda qiynaladi.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2523744"/>
            <a:ext cx="3502152" cy="297180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2706624"/>
            <a:ext cx="5303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752344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57616" y="3310128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Ishonch va aniqlik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57616" y="3785616"/>
            <a:ext cx="3063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Buyurtma yo‘nalishi, budjeti va murojaat tartibi hammaga tushunarli bo‘lishi zarur.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Yechim — YoshlarMakon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Bitta platformada aniq buyurtma, to‘g‘ri yo‘nalish va sodda taklif.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3504" y="2340864"/>
            <a:ext cx="2606040" cy="2450592"/>
          </a:xfrm>
          <a:prstGeom prst="roundRect">
            <a:avLst>
              <a:gd name="adj" fmla="val 9328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596896"/>
            <a:ext cx="576072" cy="576072"/>
          </a:xfrm>
          <a:prstGeom prst="roundRect">
            <a:avLst>
              <a:gd name="adj" fmla="val 28571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813816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Topish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13816" y="39959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ta boshlang‘ich buyurtma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493008" y="2340864"/>
            <a:ext cx="2606040" cy="2450592"/>
          </a:xfrm>
          <a:prstGeom prst="roundRect">
            <a:avLst>
              <a:gd name="adj" fmla="val 9328"/>
            </a:avLst>
          </a:prstGeom>
          <a:solidFill>
            <a:srgbClr val="EDF0FF"/>
          </a:solidFill>
          <a:ln w="12700">
            <a:solidFill>
              <a:srgbClr val="EDF0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12464" y="2596896"/>
            <a:ext cx="576072" cy="576072"/>
          </a:xfrm>
          <a:prstGeom prst="roundRect">
            <a:avLst>
              <a:gd name="adj" fmla="val 28571"/>
            </a:avLst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3703320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Saralash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703320" y="39959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Dizayn, Video yoki Veb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82512" y="2340864"/>
            <a:ext cx="2606040" cy="2450592"/>
          </a:xfrm>
          <a:prstGeom prst="roundRect">
            <a:avLst>
              <a:gd name="adj" fmla="val 9328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01968" y="2596896"/>
            <a:ext cx="576072" cy="576072"/>
          </a:xfrm>
          <a:prstGeom prst="roundRect">
            <a:avLst>
              <a:gd name="adj" fmla="val 28571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29984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6592824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Tanlash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592824" y="39959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Budjet va tavsifni ko‘rish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272016" y="2340864"/>
            <a:ext cx="2606040" cy="2450592"/>
          </a:xfrm>
          <a:prstGeom prst="roundRect">
            <a:avLst>
              <a:gd name="adj" fmla="val 9328"/>
            </a:avLst>
          </a:prstGeom>
          <a:solidFill>
            <a:srgbClr val="EDF0FF"/>
          </a:solidFill>
          <a:ln w="12700">
            <a:solidFill>
              <a:srgbClr val="EDF0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491472" y="2596896"/>
            <a:ext cx="576072" cy="576072"/>
          </a:xfrm>
          <a:prstGeom prst="roundRect">
            <a:avLst>
              <a:gd name="adj" fmla="val 28571"/>
            </a:avLst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19488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482328" y="341985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Yuborish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9482328" y="3995928"/>
            <a:ext cx="21031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Ism + portfolio havolasi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" y="5230368"/>
            <a:ext cx="10972800" cy="704088"/>
          </a:xfrm>
          <a:prstGeom prst="roundRect">
            <a:avLst>
              <a:gd name="adj" fmla="val 29870"/>
            </a:avLst>
          </a:prstGeom>
          <a:solidFill>
            <a:srgbClr val="0C1329"/>
          </a:solidFill>
          <a:ln w="12700">
            <a:solidFill>
              <a:srgbClr val="0C132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394960"/>
            <a:ext cx="103327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Asosiy maqsad: vazifani izlashdan taklif yuborishgacha qulay foydalanuvchi yo‘li.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Boshlang‘ich katalog: aniq 6 ta buyurtma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Bilet 001 ma’lumotlari — kategoriyalar va narxlar o‘zgartirilmaydi.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331720"/>
            <a:ext cx="5376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2496312"/>
            <a:ext cx="585216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25420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B01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463040" y="24505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Kafe uchun menyu dizayni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Dizayn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361688" y="2926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150 000 so‘m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90488" y="2331720"/>
            <a:ext cx="5376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2496312"/>
            <a:ext cx="585216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64808" y="254203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B02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86600" y="245059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Do‘kon uchun afisha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86600" y="2907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Dizayn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985248" y="292608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100 000 so‘m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66928" y="3520440"/>
            <a:ext cx="5376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685032"/>
            <a:ext cx="585216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37307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B03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463040" y="3639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soniyali rolik montaji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0965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61688" y="4114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200 000 so‘m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90488" y="3520440"/>
            <a:ext cx="5376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336792" y="3685032"/>
            <a:ext cx="585216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37307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B04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086600" y="363931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Videoga subtitr qo‘shish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086600" y="40965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85248" y="411480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120 000 so‘m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66928" y="4709160"/>
            <a:ext cx="5376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3232" y="4873752"/>
            <a:ext cx="585216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41248" y="49194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B05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463040" y="4828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Bir sahifali sayt yaratish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63040" y="5285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Veb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61688" y="53035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500 000 so‘m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190488" y="4709160"/>
            <a:ext cx="5376672" cy="100584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36792" y="4873752"/>
            <a:ext cx="585216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64808" y="491947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B06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7086600" y="4828032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Saytdagi matnni yangilash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086600" y="52852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Veb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985248" y="5303520"/>
            <a:ext cx="1325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100 000 so‘m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Interaktiv prototip: hakamlar nimani tekshiradi?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Sayt shunchaki maket emas — asosiy bosishlar va forma validatsiyasi ishlashi kerak.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322576"/>
            <a:ext cx="10771632" cy="466344"/>
          </a:xfrm>
          <a:prstGeom prst="roundRect">
            <a:avLst>
              <a:gd name="adj" fmla="val 23529"/>
            </a:avLst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3544" y="241401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8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371600" y="241401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18688" y="241401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“Dizayn” → faqat B01 va B02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10771632" cy="466344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2971800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8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371600" y="2971800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Barchasi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18688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ta buyurtma qayta chiqadi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731520" y="3438144"/>
            <a:ext cx="10771632" cy="466344"/>
          </a:xfrm>
          <a:prstGeom prst="roundRect">
            <a:avLst>
              <a:gd name="adj" fmla="val 23529"/>
            </a:avLst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3529584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8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71600" y="3529584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Tafsilot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18688" y="352958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B01 nomi va budjeti to‘g‘ri ko‘rinadi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31520" y="3995928"/>
            <a:ext cx="10771632" cy="466344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4087368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8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371600" y="4087368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3218688" y="4087368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Ism va http(s) portfolio havolasi majburiy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31520" y="4553712"/>
            <a:ext cx="10771632" cy="466344"/>
          </a:xfrm>
          <a:prstGeom prst="roundRect">
            <a:avLst>
              <a:gd name="adj" fmla="val 23529"/>
            </a:avLst>
          </a:prstGeom>
          <a:solidFill>
            <a:srgbClr val="EEF0FF"/>
          </a:solidFill>
          <a:ln w="12700">
            <a:solidFill>
              <a:srgbClr val="EEF0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645152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8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371600" y="4645152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Tasdiq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218688" y="4645152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Sinovchi 01 + aynan B01 buyurtma nomi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731520" y="5111496"/>
            <a:ext cx="10771632" cy="466344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320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2480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371600" y="5202936"/>
            <a:ext cx="1856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Xatolik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3218688" y="5202936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Bo‘sh ism / “portfolio” havolasiga rad javobi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UI/UX: yoshlar uchun yorqin, ishonchli va qulay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Yumshoq illustratsiyalar + toza kartalar + har bir qurilmada moslashuvchan interfeys.</a:t>
            </a:r>
            <a:endParaRPr lang="en-US" sz="1500" dirty="0"/>
          </a:p>
        </p:txBody>
      </p:sp>
      <p:pic>
        <p:nvPicPr>
          <p:cNvPr id="7" name="Image 0" descr="/mnt/data/a_detailed_multi_panel_ui_ux_concept_image_for_a_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2194560"/>
            <a:ext cx="7296912" cy="377647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2194560"/>
            <a:ext cx="3246120" cy="3794760"/>
          </a:xfrm>
          <a:prstGeom prst="roundRect">
            <a:avLst>
              <a:gd name="adj" fmla="val 7324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67344" y="2487168"/>
            <a:ext cx="2798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System</a:t>
            </a:r>
            <a:endParaRPr lang="en-US" sz="2100" dirty="0"/>
          </a:p>
        </p:txBody>
      </p:sp>
      <p:sp>
        <p:nvSpPr>
          <p:cNvPr id="10" name="Shape 7"/>
          <p:cNvSpPr/>
          <p:nvPr/>
        </p:nvSpPr>
        <p:spPr>
          <a:xfrm>
            <a:off x="8467344" y="3017520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595360" y="30632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+ DARK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449056" y="3675888"/>
            <a:ext cx="28163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Yorqin landing page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449056" y="4105656"/>
            <a:ext cx="277977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Responsive kartalar, filtrlash, modal va AI widget.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458200" y="5257800"/>
            <a:ext cx="484632" cy="484632"/>
          </a:xfrm>
          <a:prstGeom prst="ellipse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0" y="5257800"/>
            <a:ext cx="484632" cy="484632"/>
          </a:xfrm>
          <a:prstGeom prst="ellipse">
            <a:avLst/>
          </a:prstGeom>
          <a:solidFill>
            <a:srgbClr val="8657E9"/>
          </a:solidFill>
          <a:ln w="12700">
            <a:solidFill>
              <a:srgbClr val="8657E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829800" y="5257800"/>
            <a:ext cx="484632" cy="484632"/>
          </a:xfrm>
          <a:prstGeom prst="ellipse">
            <a:avLst/>
          </a:prstGeom>
          <a:solidFill>
            <a:srgbClr val="4CC8F1"/>
          </a:solidFill>
          <a:ln w="12700">
            <a:solidFill>
              <a:srgbClr val="4CC8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515600" y="5257800"/>
            <a:ext cx="484632" cy="484632"/>
          </a:xfrm>
          <a:prstGeom prst="ellipse">
            <a:avLst/>
          </a:prstGeom>
          <a:solidFill>
            <a:srgbClr val="E6EAF4"/>
          </a:solidFill>
          <a:ln w="12700">
            <a:solidFill>
              <a:srgbClr val="E6EAF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yordamchi: oddiy chatdan ko‘proq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foydalanuvchi ko‘nikmasini mavjud buyurtmalarga bog‘laydi — yangi buyurtma o‘ylab topmaydi.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2395728"/>
            <a:ext cx="3502152" cy="2953512"/>
          </a:xfrm>
          <a:prstGeom prst="roundRect">
            <a:avLst>
              <a:gd name="adj" fmla="val 7740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578608"/>
            <a:ext cx="5303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624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86384" y="31821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Moslikni aniqlash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3657600"/>
            <a:ext cx="30632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“Photoshop bilaman” → Dizayn kategoriyasidagi B01 va B02 ni tavsiya qiladi.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52544" y="2395728"/>
            <a:ext cx="3502152" cy="2953512"/>
          </a:xfrm>
          <a:prstGeom prst="roundRect">
            <a:avLst>
              <a:gd name="adj" fmla="val 7740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78608"/>
            <a:ext cx="5303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0016" y="2624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572000" y="31821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Taklif matni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657600"/>
            <a:ext cx="30632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Foydalanuvchining tajribasiga mos, tahrirlash mumkin bo‘lgan taklif matni tayyorlaydi.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38160" y="2395728"/>
            <a:ext cx="3502152" cy="2953512"/>
          </a:xfrm>
          <a:prstGeom prst="roundRect">
            <a:avLst>
              <a:gd name="adj" fmla="val 7740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57616" y="2578608"/>
            <a:ext cx="530352" cy="365760"/>
          </a:xfrm>
          <a:prstGeom prst="roundRect">
            <a:avLst>
              <a:gd name="adj" fmla="val 45000"/>
            </a:avLst>
          </a:prstGeom>
          <a:solidFill>
            <a:srgbClr val="EBE8FF"/>
          </a:solidFill>
          <a:ln w="12700">
            <a:solidFill>
              <a:srgbClr val="EBE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85632" y="2624328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8357616" y="3182112"/>
            <a:ext cx="3090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Savol-javob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357616" y="3657600"/>
            <a:ext cx="3063240" cy="1536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Buyurtma shartlarini tushuntiradi va portfolio bo‘yicha tavsiyalar beradi.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77240" y="5696712"/>
            <a:ext cx="107899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ixtiyoriy: xizmat ishlamasa ham filtr, tafsilot va taklif yuborish davom etadi.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Texnologiyalar va amaliy yechim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Bitta Next.js ilova: interfeys, ma’lumotlar, login va AI xizmatlari bir tizimda.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" y="2286000"/>
            <a:ext cx="3557016" cy="1307592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25786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Next.js + TypeScript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50392" y="3063240"/>
            <a:ext cx="3099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Interaktiv veb-sayt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462272" y="2286000"/>
            <a:ext cx="3557016" cy="1307592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90872" y="25786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Tailwind + shadcn/ui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690872" y="3063240"/>
            <a:ext cx="3099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UI/UX va responsive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302752" y="2286000"/>
            <a:ext cx="3557016" cy="1307592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31352" y="257860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 + Prisma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531352" y="3063240"/>
            <a:ext cx="3099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Buyurtmalar va takliflar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" y="3822192"/>
            <a:ext cx="3557016" cy="1307592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4114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Auth.js / Google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50392" y="4599432"/>
            <a:ext cx="3099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Ixtiyoriy login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462272" y="3822192"/>
            <a:ext cx="3557016" cy="1307592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872" y="4114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Groq LLM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690872" y="4599432"/>
            <a:ext cx="3099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tavsiya va matn yordami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302752" y="3822192"/>
            <a:ext cx="3557016" cy="1307592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12700">
            <a:solidFill>
              <a:srgbClr val="E0E5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31352" y="4114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5204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Compose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8531352" y="4599432"/>
            <a:ext cx="309981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Mahalliy ishga tushirish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" y="5806440"/>
            <a:ext cx="10789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5145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Tanlov uchun ustuvorlik: majburiy 6 buyurtma va validatsiya → dizayn → qo‘shimcha xizmatlar.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371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C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6868"/>
          </a:xfrm>
          <a:prstGeom prst="rect">
            <a:avLst/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1089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kern="0" spc="180" dirty="0">
                <a:solidFill>
                  <a:srgbClr val="BEB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155680" y="292608"/>
            <a:ext cx="438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dirty="0">
                <a:solidFill>
                  <a:srgbClr val="A4AC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950976"/>
            <a:ext cx="10972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Xulosa: kichik vazifa — katta boshlanish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76072" y="164592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C3C9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 yosh mutaxassisga birinchi qadamni qo‘yishni osonlashtiradigan prototip.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" y="2395728"/>
            <a:ext cx="6922008" cy="2560320"/>
          </a:xfrm>
          <a:prstGeom prst="roundRect">
            <a:avLst>
              <a:gd name="adj" fmla="val 11071"/>
            </a:avLst>
          </a:prstGeom>
          <a:solidFill>
            <a:srgbClr val="1A2449"/>
          </a:solidFill>
          <a:ln w="12700">
            <a:solidFill>
              <a:srgbClr val="1A244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14984" y="2871216"/>
            <a:ext cx="6126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Topish  →  Tanlash  →  Taklif yuborish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33272" y="3666744"/>
            <a:ext cx="60807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C7D0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Aniq buyurtmalar, sodda UX, ishlaydigan validatsiya va ixtiyoriy AI yordamchi.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09560" y="2395728"/>
            <a:ext cx="3566160" cy="2560320"/>
          </a:xfrm>
          <a:prstGeom prst="roundRect">
            <a:avLst>
              <a:gd name="adj" fmla="val 11071"/>
            </a:avLst>
          </a:prstGeom>
          <a:solidFill>
            <a:srgbClr val="5145EF"/>
          </a:solidFill>
          <a:ln w="12700">
            <a:solidFill>
              <a:srgbClr val="5145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21624" y="2688336"/>
            <a:ext cx="232257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700" dirty="0"/>
          </a:p>
        </p:txBody>
      </p:sp>
      <p:sp>
        <p:nvSpPr>
          <p:cNvPr id="12" name="Text 10"/>
          <p:cNvSpPr/>
          <p:nvPr/>
        </p:nvSpPr>
        <p:spPr>
          <a:xfrm>
            <a:off x="8257032" y="3886200"/>
            <a:ext cx="281635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boshlang‘ich buyurtma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5788152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B9B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YoshlarMakon  •  Demo ko‘rsatishga tayyor konsepsiya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8640" y="65196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8C95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Kichik buyurtmalar  •  katta imkoniyatlar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653</Words>
  <Application>Microsoft Office PowerPoint</Application>
  <PresentationFormat>Widescreen</PresentationFormat>
  <Paragraphs>151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YoshlarMakon — loyiha taqdimoti</dc:title>
  <dc:subject>Yoshlar uchun kichik buyurtmalar platformasi</dc:subject>
  <dc:creator>YoshlarMakon</dc:creator>
  <cp:lastModifiedBy>Soyibjon Xomidjonov</cp:lastModifiedBy>
  <cp:revision>3</cp:revision>
  <dcterms:created xsi:type="dcterms:W3CDTF">2026-10-16T07:26:42Z</dcterms:created>
  <dcterms:modified xsi:type="dcterms:W3CDTF">2026-10-16T08:39:08Z</dcterms:modified>
</cp:coreProperties>
</file>